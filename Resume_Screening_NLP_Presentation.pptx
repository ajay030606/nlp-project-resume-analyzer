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AI-BASED RESUME SCREENING &amp; JOB RECOMMENDATION SYSTEM</a:t>
            </a:r>
          </a:p>
          <a:p>
            <a:pPr>
              <a:spcBef>
                <a:spcPts val="1000"/>
              </a:spcBef>
              <a:defRPr sz="1500">
                <a:solidFill>
                  <a:srgbClr val="93C5FD"/>
                </a:solidFill>
              </a:defRPr>
            </a:pPr>
            <a:r>
              <a:t>Natural Language Processing (NLP) • TF-IDF Vectorization • Cosine Similarity • Full-Stack Web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Ajay &amp; Team Members</a:t>
            </a:r>
            <a:br/>
            <a:r>
              <a:t>  [Roll Nos: __________________]</a:t>
            </a:r>
            <a:br/>
            <a:r>
              <a:t>  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PROJECT MENTOR / GUIDE: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Guided by: [Insert Mam's Name / Faculty Guide]</a:t>
            </a:r>
            <a:br/>
            <a:r>
              <a:t>  Assistant Professor / Department of CSE</a:t>
            </a:r>
            <a:br/>
            <a:r>
              <a:t>  [College / 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COLLEGE MINI-PROJECT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1D48"/>
                </a:solidFill>
              </a:defRPr>
            </a:pPr>
            <a:r>
              <a:t>⚠️ The Existing Problem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High Manual Volume: Recruiters receive hundreds of resumes per job opening, making manual review slow, tedious, and prone to fatigue.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Human Bias &amp; Fatigue: Manual screening often suffers from subjective evaluation, inconsistent standards, and unconscious hiring biases.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Keyword Flaws: Traditional keyword filters fail to understand synonyms, lemmatized forms, or technical context.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No Candidate Feedback: Applicants receive no constructive feedback regarding missing skills or areas for career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💡 Our Proposed AI Solution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Automated PDF Parsing: Extracts candidate information, contact info, and credentials from unstructured PDFs automatically via pypdf.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Linguistic Preprocessing: Applies NLTK tokenization, stop-word filtering, and WordNet lemmatization for normalized text representation.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Mathematical Alignment: Computes high-dimensional vector similarity angles between candidate resumes and 20 industry job profiles.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Skill-Gap Intelligence: Provides clear visual metrics: Top 5 matching jobs, matched skills (green badges), and missing skills (amber badges).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COLLEGE MINI-PROJECT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🎯 Objective 01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Automated Resume Extraction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Extract raw unstructured text cleanly from PDF resumes using pypdf, isolating name, contact credentials, projects, and education.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🎯 Objective 02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Complete NLP Preprocessing Pipeline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Implement real text normalization using NLTK: tokenization, lowercase conversion, English stopword elimination, and WordNet lemmatization.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🎯 Objective 03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Modular Skill Taxonomy Engine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Scan and identify 50+ modern technical competencies across Programming, AI/ML, Cloud, Databases, and Web Development frameworks.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🎯 Objective 04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Mathematical Vector Similarity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Build a high-performance TF-IDF vectorizer and compute Cosine Similarity scores against 20 benchmark industry tech roles.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🎯 Objective 05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Interactive Full-Stack Web Portal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Deliver a responsive React.js web interface featuring live backend health check, resume score gauges, and transparent skill-gap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COLLEGE MINI-PROJECT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Website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🔄 End-to-End Processing Flow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1. PDF Upload / Demo: User uploads resume (.pdf) or clicks 'Load Sample Resume' on React UI.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2. Text Extraction: pypdf extracts text streams; Regex parses phone, email, and links.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3. NLTK Text Cleaning: Lowercased, tokenized, punctuation/stopwords removed, lemmatized to roots.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4. Skill Taxonomy Scan: Tokens matched against multi-category 50+ technology dictionary.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5. TF-IDF &amp; Cosine Similarity: Vectorized into high-dimensional matrix &amp; calculated against 20 curated jobs.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6. Dashboard &amp; Insights: React UI renders score gauges, top 5 ranked jobs, and missing skill advice.</a:t>
            </a:r>
          </a:p>
        </p:txBody>
      </p:sp>
      <p:pic>
        <p:nvPicPr>
          <p:cNvPr id="7" name="Picture 6" descr="mock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39496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4846320"/>
            <a:ext cx="5394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🖥️ Live Application UI (Upload &amp; Demo)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The frontend runs on http://localhost:5173 with direct API communication to the Flask backend on port 5000. Features instant 1-click sample demo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COLLEGE MINI-PROJECT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Technologies Used &amp; Job Recommendation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🛠️ Technologies &amp; Libraries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Frontend: React 18, Vite, Lucide-React Icons, Responsive CSS Design System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Backend Server: Python 3, Flask REST API, Flask-CORS, Werkzeug file security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NLP Engine: NLTK (punkt, stopwords corpus, WordNet Lemmatizer)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Machine Learning: Scikit-Learn (TfidfVectorizer, cosine_similarity matrix)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PDF Extraction: pypdf library for robust local PDF document stream extraction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Dataset &amp; Taxonomy: 20 Curated Tech Role Descriptions &amp; 50+ Structured Skills Taxonomy</a:t>
            </a:r>
          </a:p>
        </p:txBody>
      </p:sp>
      <p:pic>
        <p:nvPicPr>
          <p:cNvPr id="7" name="Picture 6" descr="mock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39496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4846320"/>
            <a:ext cx="5394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📊 Live Recommendation &amp; Skill-Gap Analysis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Calculates exact similarity percentages (e.g. 94% ML Engineer). Clearly displays Matched Skills in Green and Missing Skills in Amber to help candidates upskill.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120640" cy="4937760"/>
          </a:xfrm>
          <a:prstGeom prst="roundRect">
            <a:avLst/>
          </a:prstGeom>
          <a:solidFill>
            <a:srgbClr val="18223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🚀 Future Scope &amp; Enhancements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Transformer Models (BERT/LLMs): Upgrade from TF-IDF to contextual embeddings (Sentence-BERT) for deep semantic comprehension.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Live Job Scraping &amp; API: Integrate LinkedIn and Indeed APIs for real-time live job market synchronization.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Multi-format Support: Extend parser to accept DOCX, RTF, and scanned image resumes via OCR (Tesseract).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Automated Feedback Generator: Generate tailored resume improvement suggestions using Generative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212080" cy="4937760"/>
          </a:xfrm>
          <a:prstGeom prst="roundRect">
            <a:avLst/>
          </a:prstGeom>
          <a:solidFill>
            <a:srgbClr val="18223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34D399"/>
                </a:solidFill>
              </a:defRPr>
            </a:pPr>
            <a:r>
              <a:t>Any Questions or Suggestions?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AI-Based Resume Screening &amp; Job Recommendation System</a:t>
            </a:r>
            <a:br/>
            <a:r>
              <a:t>Project Demo is available on 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